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46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73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31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59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63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49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72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09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02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07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1364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122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8068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86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554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65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5D9B2-32FA-49EA-9C1B-03F1B4D4E2CB}" type="datetimeFigureOut">
              <a:rPr lang="ru-RU" smtClean="0"/>
              <a:t>24.04.2025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FD7CD49-3113-4F91-A0B9-BB2C06549A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2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43782" y="429127"/>
            <a:ext cx="8915399" cy="2262781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науки и молодежной политики Республики Коми</a:t>
            </a:r>
            <a:b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ГПОУ «Сыктывкарский политехнический техникум»</a:t>
            </a:r>
            <a:endParaRPr lang="ru-RU" sz="2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05255" y="3173169"/>
            <a:ext cx="8915399" cy="1126283"/>
          </a:xfrm>
        </p:spPr>
        <p:txBody>
          <a:bodyPr>
            <a:noAutofit/>
          </a:bodyPr>
          <a:lstStyle/>
          <a:p>
            <a:r>
              <a:rPr lang="ru-RU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  <a:br>
              <a:rPr lang="ru-RU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База данных для </a:t>
            </a:r>
            <a:r>
              <a:rPr lang="ru-RU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автосервисной</a:t>
            </a:r>
            <a:r>
              <a:rPr lang="ru-RU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фирмы.</a:t>
            </a:r>
          </a:p>
          <a:p>
            <a:endParaRPr lang="ru-RU" sz="20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Шергин Д.М.</a:t>
            </a:r>
          </a:p>
          <a:p>
            <a:pPr algn="r"/>
            <a:r>
              <a:rPr lang="ru-RU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</a:t>
            </a:r>
            <a:r>
              <a:rPr lang="ru-RU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унгин</a:t>
            </a:r>
            <a:r>
              <a:rPr lang="ru-RU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и.в</a:t>
            </a:r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380710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задачи.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smtClean="0"/>
              <a:t>Разработка БД для оптимизации бизнес-процессов.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Анализ требования пользователей.</a:t>
            </a:r>
          </a:p>
          <a:p>
            <a:r>
              <a:rPr lang="ru-RU" dirty="0" smtClean="0"/>
              <a:t>Проектирование и реализация БД.</a:t>
            </a:r>
          </a:p>
          <a:p>
            <a:r>
              <a:rPr lang="ru-RU" dirty="0" smtClean="0"/>
              <a:t>Тестирование и документация.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19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области; Ограничения и взаимодействие;</a:t>
            </a:r>
            <a:b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и выходные данные.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области: процесс продажи автомобилей.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функции: управление запасами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клиентами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продажами и сервисным обслуживанием.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и входные данные: информация об автомобилях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клиентах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продажах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сотрудниках.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Выходные данные: отчеты о продажах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клиентах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запасах и финансовых операциях.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Ограничения: целостность данных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бизнес-правила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законодательные требования.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Взаимодействие: интеграция с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CRM,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бухгалтерией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веб-сайтами и аналитические системами.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59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сущности: автомобили, клиенты, продажи, сотрудники, сервисное обслуживание.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отношений между сущностями: один ко многим, один к одному.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768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  <a:b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Описание предметной области: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Предметная область базы данных центра по продаже автомобилей охватывает все аспекты, связанные с продажей, обслуживанием и управлением автомобилями. Это включает в себя взаимодействие с клиентами, управление запасами автомобилей, обработку сделок, а также сервисное обслуживание. Основные процессы, которые необходимо автоматизировать, включают: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Учет и управление запасами автомобилей.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хранение данных о клиентах.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 учет продаж.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сервисным обслуживанием автомобилей.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маркетинговых акций и анализ их эффективности.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Финансовый учет и отчетность.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809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системы: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запасами: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Хранение информации о доступных автомобилях, их характеристиках, ценах и состоянии.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клиентами: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Сбор и хранение данных о клиентах, включая контактную информацию и историю покупок.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продаж: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Генерация отчетов о продажах, выявление трендов и анализ эффективности работы.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Сервисное обслуживание: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Ведение учета всех выполненных работ по обслуживанию автомобилей.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 и реклама: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Учет маркетинговых кампаний и анализ их эффективности.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Финансовый учет: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Учет финансовых операций, связанных с продажами и обслуживанием.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598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</a:t>
            </a:r>
            <a:r>
              <a:rPr lang="ru-RU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системе.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581527" y="1212850"/>
            <a:ext cx="5181600" cy="5236075"/>
          </a:xfrm>
        </p:spPr>
        <p:txBody>
          <a:bodyPr>
            <a:normAutofit fontScale="25000" lnSpcReduction="20000"/>
          </a:bodyPr>
          <a:lstStyle/>
          <a:p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Функциональные требования: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запасами: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добавления, редактирования и удаления информации об автомобилях.</a:t>
            </a:r>
          </a:p>
          <a:p>
            <a:pPr lvl="1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Учет состояния автомобилей (доступен, продан, зарезервирован).</a:t>
            </a:r>
          </a:p>
          <a:p>
            <a:pPr lvl="1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Отслеживание истории поступлений и продаж автомобилей.</a:t>
            </a:r>
          </a:p>
          <a:p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клиентами: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хранение данных о клиентах (ФИО, контактные данные, предпочтения).</a:t>
            </a:r>
          </a:p>
          <a:p>
            <a:pPr lvl="1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Отслеживание истории покупок и отзывов клиентов</a:t>
            </a:r>
            <a:r>
              <a:rPr lang="ru-RU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Сервисное обслуживание: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Ведение учета всех выполненных работ по обслуживанию автомобилей.</a:t>
            </a:r>
          </a:p>
          <a:p>
            <a:pPr lvl="1"/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Напоминания о необходимости технического обслуживания.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172200" y="1212849"/>
            <a:ext cx="5181600" cy="52360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6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Нефункциональные требования:</a:t>
            </a:r>
            <a:endParaRPr lang="ru-RU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Система должна обеспечивать быструю обработку запросов и минимальное время отклика.</a:t>
            </a: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Безопасность: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Защита данных клиентов и финансовой информации, включая шифрование и управление доступом.</a:t>
            </a: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Надежность: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Обеспечение целостности данных и возможность восстановления после сбоев.</a:t>
            </a: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Масштабируемость: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Возможность расширения функционала системы и добавления новых пользователей без значительных изменений в архитектуре.</a:t>
            </a: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использования:</a:t>
            </a:r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Интуитивно понятный интерфейс для пользователей с различным уровнем подготовки.</a:t>
            </a:r>
          </a:p>
          <a:p>
            <a:r>
              <a:rPr lang="ru-RU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Требования к интеграции:</a:t>
            </a:r>
            <a:endParaRPr lang="ru-RU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интеграции с CRM-системами для синхронизации данных о клиентах.</a:t>
            </a:r>
          </a:p>
          <a:p>
            <a:r>
              <a:rPr lang="ru-RU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бухгалтерскими системами для автоматизации финансового учета.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859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ПОНИМАНИЕ И </a:t>
            </a:r>
            <a:r>
              <a:rPr lang="ru-RU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ВНИМАНИЕ.!.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4702334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</TotalTime>
  <Words>256</Words>
  <Application>Microsoft Office PowerPoint</Application>
  <PresentationFormat>Широкоэкранный</PresentationFormat>
  <Paragraphs>60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Легкий дым</vt:lpstr>
      <vt:lpstr>Министерство образования, науки и молодежной политики Республики Коми ГПОУ «Сыктывкарский политехнический техникум»</vt:lpstr>
      <vt:lpstr>Цели и задачи.</vt:lpstr>
      <vt:lpstr>Анализ предметной области; Ограничения и взаимодействие; Входные и выходные данные.</vt:lpstr>
      <vt:lpstr>Концептуальная модель.</vt:lpstr>
      <vt:lpstr>Анализ предметной области </vt:lpstr>
      <vt:lpstr> Основные функции системы: </vt:lpstr>
      <vt:lpstr>Требования к системе. </vt:lpstr>
      <vt:lpstr>СПАСИБО ЗА ПОНИМАНИЕ И ВНИМАНИЕ.!.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образования, науки и молодежной политики Республики Коми ГПОУ «Сыктывкарский политехнический техникум»</dc:title>
  <dc:creator>Учетная запись Майкрософт</dc:creator>
  <cp:lastModifiedBy>Учетная запись Майкрософт</cp:lastModifiedBy>
  <cp:revision>2</cp:revision>
  <dcterms:created xsi:type="dcterms:W3CDTF">2025-04-24T05:12:53Z</dcterms:created>
  <dcterms:modified xsi:type="dcterms:W3CDTF">2025-04-24T05:30:01Z</dcterms:modified>
</cp:coreProperties>
</file>